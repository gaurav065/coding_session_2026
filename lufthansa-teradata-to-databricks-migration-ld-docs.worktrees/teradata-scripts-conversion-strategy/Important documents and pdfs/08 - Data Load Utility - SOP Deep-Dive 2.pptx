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115E5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663440"/>
            <a:ext cx="2926080" cy="2926080"/>
          </a:xfrm>
          <a:prstGeom prst="ellipse">
            <a:avLst/>
          </a:prstGeom>
          <a:solidFill>
            <a:srgbClr val="34D399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7E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TERADATA → DATABRICKS MIGRATION  ·  REFERENCE DOCUMENTATION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 Utility: Standard Operating Procedure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E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odp_adw_utilities.data_load — loads Teradata-exported Parquet from ADLS Gen2 into Delta tables, driven by ODAT mapping and DDL deployment metadata.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329184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odp_adw_utilities.data_load — Engineering SOP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Revision: 19 Aug 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Documentation · Data Load Utility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SOP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The two-phase architecture and what each phase actually does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Prerequisites that must be true before any run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The configuration surface — 38 keys, including the time/interval-columns YAML side-configs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How the job is shaped in adw_data_load_job.yml — and where it currently disagrees with itself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The standard run procedure and how re-runs and recovery behave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Known limitations and open defects — read before a production run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E9F6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SECTION 9 FIRST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62420"/>
                </a:solidFill>
              </a:rPr>
              <a:t>Section 9 (Limitations) reflects open defects.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62420"/>
                </a:solidFill>
              </a:rPr>
              <a:t>Several are silent — no error, just wrong or skipped data.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phases, run in order from a driver notebook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9F6F3"/>
          </a:solidFill>
          <a:ln w="9525">
            <a:solidFill>
              <a:srgbClr val="115E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108" y="1847088"/>
            <a:ext cx="512064" cy="512064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9108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get_eligible_tables() joins ODAT mapping × DDL deployment metadata to produce the candidate table list.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7360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63392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DDF0EB"/>
          </a:solidFill>
          <a:ln w="9525">
            <a:solidFill>
              <a:srgbClr val="115E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9580" y="1847088"/>
            <a:ext cx="512064" cy="512064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0958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3120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3120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run_discovery_phase() resolves ADLS paths, detects format, reads source schema, compares against target.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67832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23864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9F6F3"/>
          </a:solidFill>
          <a:ln w="9525">
            <a:solidFill>
              <a:srgbClr val="115E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0052" y="1847088"/>
            <a:ext cx="512064" cy="512064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0052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33592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33592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run_load_phase() reads source, applies transformations, aligns to target schema, writes to Delta.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28303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84335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DDF0EB"/>
          </a:solidFill>
          <a:ln w="9525">
            <a:solidFill>
              <a:srgbClr val="115E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30523" y="1847088"/>
            <a:ext cx="512064" cy="512064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30523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94063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94063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get_load_summary() aggregates results for the run.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PREREQUISITES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run — all six must be true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deployed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joins the DDL deployment metadata table and only returns tables whose DDL reached a deployed state.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 mapping loaded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is_latest = true row per community per table. Override with force_odat_version only for a deliberate pinned run.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0624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tables initialised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initialize_utility_tables(config) once per environment.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volume + format row exist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ensure_autoloader_checkpoint_volume() and ensure_cloudfiles_format_config_row() must both have run.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572000"/>
            <a:ext cx="502920" cy="502920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50799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&amp; dbutils injected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82803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init_spark(spark) and init_dbutils(dbutils) before any other call — calling submodule versions directly leaves one unset.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24448" y="4572000"/>
            <a:ext cx="502920" cy="502920"/>
          </a:xfrm>
          <a:prstGeom prst="ellipse">
            <a:avLst/>
          </a:prstGeom>
          <a:solidFill>
            <a:srgbClr val="8C2E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24448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010248" y="450799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if skipped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010248" y="482803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AttributeError: 'NoneType' object has no attribute 'sql' — the #1 avoidable failure in this utility.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CONFIGURATION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config keys — and two YAML side-configs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Keys with no default are required — a missing one raises KeyError mid-run, not at startup.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Time columns YAML: accepts a legacy list form (read as LongType) or an explicit mapping form (int32 / int64 / string) per DB.TABLE.COLUMN.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Interval columns YAML: maps DB.TABLE.COLUMN to its Teradata interval type string, e.g. "INTERVAL DAY(4) TO MINUTE".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Loaded into config['_time_columns_config'] and config['_interval_columns_config'] respectively.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E9F6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62420"/>
                </a:solidFill>
              </a:rPr>
              <a:t>Omit the physical type (or use list form) to accept the LongType default — this is exactly what drives defect 9.7.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4–5. PATH RESOLUTION &amp; STAGING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table actions — what each one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115E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/ FRESH_NO_MARKER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FRESH: staging table doesn't exist → CREATE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FRESH_NO_MARKER: exists but no marker property → TRUNCATE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Both reset the cloudFiles checkpoint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E9F6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2058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NEW_TS / SCHEMA_DRIFT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NEW_TS: marker differs from resolved timestamp → TRUNCATE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SCHEMA_DRIFT: source schema changed → TRUNCATE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Both also reset the cloudFiles checkpoint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03997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E9F6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2597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32597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Marker matches the resolved timestamp → continue as-is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No checkpoint reset, no table rebuild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WORKFLOW — ADW_DATA_LOAD_JOB.YML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dependent tasks, two different compute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115E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teradata_check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Teradata availability check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Requires JDBC → runs on a classic job cluster, not serverless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Uses com.teradata.jdbc:terajdbc4 + teradatasql libraries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E9F6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adw_data_load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Depends on teradata_check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Runs the main loader on serverless (environment_version "5")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Wheel supplied as a dependency — see the checked-in-wheel risk below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KNOWN WORKFLOW ISSUES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YAML and the code currently disagree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HIGHEST PRIORITY — load_mode vs load_type: Task 1 sets load_type: incremental_load; Task 2 sets load_mode: auto and no load_type at all. Unless main.py translates one into the other, Task 2 runs with load_type = None — which reads the wrong ODAT mapping table and skips recon-skipping logic.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cleanup_checkpoints: "false" may evaluate to True — Python's bool("false") is True, because any non-empty string is truthy. Verify how main.py builds this key before trusting the YAML value.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Stale odat_mapping_filename in Task 1 — this widget was removed from the loaders as part of the is_latest redesign; if teradata_check still selects by filename, the two tasks can disagree about which mapping is active.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The wheel is a checked-in repo file with a fixed version string — a stale committed wheel deploys silently. Confirm via View run libraries which wheel actually loaded.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STANDARD RUN PROCEDURE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12-step run, condensed to four checkpoints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5740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9F6F3"/>
          </a:solidFill>
          <a:ln w="9525">
            <a:solidFill>
              <a:srgbClr val="115E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108" y="1801368"/>
            <a:ext cx="512064" cy="512064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9108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prerequisites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2608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deployed, ODAT has one is_latest row per table, widgets set correctly.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7360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63392" y="205740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DDF0EB"/>
          </a:solidFill>
          <a:ln w="9525">
            <a:solidFill>
              <a:srgbClr val="115E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9580" y="1801368"/>
            <a:ext cx="512064" cy="512064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0958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3120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&amp; eligibility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3120" y="292608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init_spark / init_dbutils → initialize_utility_tables → get_eligible_tables(). Review the count before proceeding.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67832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23864" y="205740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9F6F3"/>
          </a:solidFill>
          <a:ln w="9525">
            <a:solidFill>
              <a:srgbClr val="115E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0052" y="1801368"/>
            <a:ext cx="512064" cy="512064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0052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33592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load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33592" y="292608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discovery metadata for columns_match=false before calling run_load_phase().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28303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84335" y="205740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DDF0EB"/>
          </a:solidFill>
          <a:ln w="9525">
            <a:solidFill>
              <a:srgbClr val="115E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30523" y="1801368"/>
            <a:ext cx="512064" cy="512064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30523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94063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flush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94063" y="292608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get_load_summary() then flush_logs() — required. Log rows are buffered and lost if the run ends without a flush.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KNOWN 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open defects — read before a production run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115E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data_load_hash collision (High / low likelihood)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Hash join uses "_" as separator — underscores in schema/table names can collide two distinct tables onto one hash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Second table is silently skipped or overwrites the first's metadata row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Fix requires a paired backfill — not a quick patch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E9F6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2058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numeric promotion (Medium)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compare_schemas() accepts Long→Float and Integer→Float as "safe" by index position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Both are lossy above 2^24 — silent numeric corruption, not a failure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Review data_type_mismatches before loading large-integer columns into Float targets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03997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E9F6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2597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cleanup_checkpoints inverted (Medium, latent)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32597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Guard logic is backwards in both directions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Latent today only because every caller hits it on a NEW_TS action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62420"/>
                </a:solidFill>
              </a:rPr>
              <a:t>Leave the flag at its default (False) until fixed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QUICK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 → likely cause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PARQUET_COLUMN_DATA_TYPE_MISMATCH on a TIME column → physical parquet width not declared; add int32/int64 to the time-columns YAML.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AttributeError: 'NoneType' object has no attribute 'sql' → init_spark not called, or a submodule's init_spark called directly.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Table missing from eligibility → DDL not deployed, ODAT is_latest not set, or filtered out by table_type_filter / exclude_tables.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All-null columns after load → source path doesn't match the expected table; explicit schema silently nulls absent columns.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Discovery fails with path-not-found → {TimestampFolder} parent contains no timestamp folders.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62420"/>
                </a:solidFill>
              </a:rPr>
              <a:t>Log rows missing → flush_logs() not called, or lost to the buffer race (§10.5).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657600" cy="3657600"/>
          </a:xfrm>
          <a:prstGeom prst="ellipse">
            <a:avLst/>
          </a:prstGeom>
          <a:solidFill>
            <a:srgbClr val="115E59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Cheat-sheet for running the Data Load utility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prerequisites, every time — DDL deployed, ODAT is_latest set, utility tables/volumes initialised, Spark/dbutils injected.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execution_mode = ignore skips any hash that ever reached SUCCESS, at any point in history — change the mode to force a reload.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flush_logs() is required — log rows are buffered and lost without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load_mode vs load_type resolves correctly in main.py — this is the single highest-priority item to check.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cleanup_checkpoints is currently inverted — leave it at its default (False).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274320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444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discovery metadata for columns_match=false and data_type_mismatches before every load.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36118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44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 committed wheel deploys silently — confirm via View run libraries which version actually ran.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4448" y="448056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2444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tables self-heal via the FRESH/RESUME/NEW_TS/SCHEMA_DRIFT action matrix — manual truncation is not normally required.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2026-09-06T17:38:57Z</dcterms:created>
  <dcterms:modified xsi:type="dcterms:W3CDTF">2026-09-06T17:38:57Z</dcterms:modified>
</cp:coreProperties>
</file>