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4663440"/>
            <a:ext cx="2926080" cy="2926080"/>
          </a:xfrm>
          <a:prstGeom prst="ellipse">
            <a:avLst/>
          </a:prstGeom>
          <a:solidFill>
            <a:srgbClr val="21C7A8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LUFTHANSA TERADATA → DATABRICKS MIGRATION  ·  TRAINING COLLATERAL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Pod-Lead Hour: RCA &amp; Troubleshooting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5204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diagnose stream failures fast — race conditions, row gaps, AVF signals, and the RCA discipline every developer follows.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4617720"/>
            <a:ext cx="3291840" cy="0"/>
          </a:xfrm>
          <a:prstGeom prst="line">
            <a:avLst/>
          </a:prstGeom>
          <a:noFill/>
          <a:ln w="19050">
            <a:solidFill>
              <a:srgbClr val="21C7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Rajat Shukla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2, 2026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&amp; Discussion Session · Pod-Lead Hour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The E2E pipeline, recapped — where a failure can actually occur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Four failure patterns developers hit most often in day-to-day monitoring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AVF (the validation &amp; reconciliation tool) — what it tells you and how to read it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The 5-step RCA discipline used across every pod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Backtracing a mismatch using lineage HTML, Describe History, and job run IDs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Repair-run rules and the Teradata 8-hour rollback window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73575" cy="4846320"/>
          </a:xfrm>
          <a:prstGeom prst="roundRect">
            <a:avLst>
              <a:gd name="adj" fmla="val 1673"/>
            </a:avLst>
          </a:prstGeom>
          <a:solidFill>
            <a:srgbClr val="EE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178308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240280"/>
            <a:ext cx="3824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A3B"/>
                </a:solidFill>
              </a:rPr>
              <a:t>Most failures fall into a small number of known patterns.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A3B"/>
                </a:solidFill>
              </a:rPr>
              <a:t>Recognizing the pattern early cuts RCA time from hours to minutes.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A3B"/>
                </a:solidFill>
              </a:rPr>
              <a:t>AVF + lineage HTML + job history are the only tools you need for 90% of cases.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E2E pipeline — where failures show 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965960"/>
            <a:ext cx="2032345" cy="2423160"/>
          </a:xfrm>
          <a:prstGeom prst="roundRect">
            <a:avLst>
              <a:gd name="adj" fmla="val 3149"/>
            </a:avLst>
          </a:prstGeom>
          <a:solidFill>
            <a:srgbClr val="EEF6F8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3061" y="170992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63061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28600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Teradata Status Check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834640"/>
            <a:ext cx="18128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stream actually completed on the Teradata side (8-hour check window). If this fails, nothing downstream runs.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535265" y="28575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91297" y="1965960"/>
            <a:ext cx="2032345" cy="2423160"/>
          </a:xfrm>
          <a:prstGeom prst="roundRect">
            <a:avLst>
              <a:gd name="adj" fmla="val 3149"/>
            </a:avLst>
          </a:prstGeom>
          <a:solidFill>
            <a:srgbClr val="E4F0F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1438" y="170992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51438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01025" y="228600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Status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901025" y="2834640"/>
            <a:ext cx="18128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First Load (true) vs Incremental Load (false) for this run.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23643" y="28575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79675" y="1965960"/>
            <a:ext cx="2032345" cy="2423160"/>
          </a:xfrm>
          <a:prstGeom prst="roundRect">
            <a:avLst>
              <a:gd name="adj" fmla="val 3149"/>
            </a:avLst>
          </a:prstGeom>
          <a:solidFill>
            <a:srgbClr val="EEF6F8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39816" y="170992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39816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89403" y="228600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Exist Check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189403" y="2834640"/>
            <a:ext cx="18128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all expected source + target tables are present before continuing.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112020" y="28575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68052" y="1965960"/>
            <a:ext cx="2032345" cy="2423160"/>
          </a:xfrm>
          <a:prstGeom prst="roundRect">
            <a:avLst>
              <a:gd name="adj" fmla="val 3149"/>
            </a:avLst>
          </a:prstGeom>
          <a:solidFill>
            <a:srgbClr val="E4F0F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28193" y="170992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28193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77780" y="228600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 Job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477780" y="2834640"/>
            <a:ext cx="18128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source tables — full set on first load, only the incremental subset otherwise.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400398" y="28575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656430" y="1965960"/>
            <a:ext cx="2032345" cy="2423160"/>
          </a:xfrm>
          <a:prstGeom prst="roundRect">
            <a:avLst>
              <a:gd name="adj" fmla="val 3149"/>
            </a:avLst>
          </a:prstGeom>
          <a:solidFill>
            <a:srgbClr val="EEF6F8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16570" y="170992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416570" y="1709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766158" y="228600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Run + AVF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766158" y="2834640"/>
            <a:ext cx="18128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transformation, then AVF reconciles Databricks output against Teradata.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PATTERN 1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conditions — the most common failure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10500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 (Stream A) and Job B (Stream B) belong to the same family and share a table. Job A truncates the table and starts writing; while it writes, Job B starts reading the same table — and reads Stream A's in-progress data instead of its own.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90672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10712"/>
            <a:ext cx="10500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explicit job dependency forcing Job A to finish before Job B starts — only an assumed time offset (e.g. A at 1 AM, B at 2 AM) which breaks down when A overruns (e.g. runs 2.5 hours).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572000"/>
            <a:ext cx="502920" cy="502920"/>
          </a:xfrm>
          <a:prstGeom prst="ellipse">
            <a:avLst/>
          </a:prstGeom>
          <a:solidFill>
            <a:srgbClr val="0B2A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507992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confirm it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828032"/>
            <a:ext cx="10500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DESCRIBE HISTORY timestamps and job run IDs on the shared table — if it was truncated/updated by a different stream's job right before your read, that's the overlap.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PATTERN 2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gaps carried over from a missed run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Trigger: Teradata status check fails silently one day → the E2E doesn't run on Databricks and nobody notices.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Next day the stream runs fine end-to-end, but AVF shows a row-count gap — e.g. Teradata has 10,000 rows, Databricks has 8,000.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Pattern check: look at the previous day's failed run — if that table normally loads ~2,000 rows/day, the gap matches the missed day exactly.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Resolution: request a First Load (full load, historical + D-1 data) from Lufthansa; clear the recon tables before the next run so the full dataset re-lands cleanly.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73575" cy="4846320"/>
          </a:xfrm>
          <a:prstGeom prst="roundRect">
            <a:avLst>
              <a:gd name="adj" fmla="val 1673"/>
            </a:avLst>
          </a:prstGeom>
          <a:solidFill>
            <a:srgbClr val="EE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178308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240280"/>
            <a:ext cx="3824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A3B"/>
                </a:solidFill>
              </a:rPr>
              <a:t>Any failed run = potential row-count debt.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A3B"/>
                </a:solidFill>
              </a:rPr>
              <a:t>Don't just re-run incrementally — request a first load if a day was missed.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A3B"/>
                </a:solidFill>
              </a:rPr>
              <a:t>Always clear recon tables before the corrective run.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PATTERN 3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Teradata-side failures (rare, but expected)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— roughly once every 10–20 days, not a weekly occurrence.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02920" cy="502920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8-hour window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Teradata status check re-tests for up to 8 hours. A job that fails at 1 AM but passes at 4 AM will be caught inside the window.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0B2A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Repair Run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Teradata passed within the window, repair-run the E2E — the status check block will now pass and the rest executes normally.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4448" y="3154680"/>
            <a:ext cx="502920" cy="5029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⤳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10248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window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010248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more than 8 hours have passed, skip the status-check block explicitly and execute the remaining blocks manually.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PATTERN 4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Decimal precision drift (not really a "failure")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Symptom: AVF shows 99.99x% match instead of 100% — never a large mismatch, just a tiny one.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Root cause: transformations involving trig functions (sin θ / cos θ) or repeated division accumulate rounding differences from the 4th–8th decimal place.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Diagnosis: identify which column is mismatching and which transformation touches it — the pattern (division, trig) tells you why.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Acceptable tolerance: a difference of 0.0001% is generally acceptable in higher environments — but dev must still target 100%.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Escalation: when the gap is confirmed to be decimal rounding, raise it with Lufthansa for sign-off before passing the stream to pre-prod.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TOOL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AVF: the 3 categories every mismatch falls into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Mismatch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Difference in total row counts between source (Teradata) and target (Databricks)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Reported first, at the top of the AVF summary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Most common of the three types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3458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EE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82058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Mismatch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82058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B2A3B"/>
                </a:solidFill>
              </a:rPr>
              <a:t>Also called "value mismatch" — same row exists, but a column's value differs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B2A3B"/>
                </a:solidFill>
              </a:rPr>
              <a:t>Reported per-table in a "Top Column Mismatches" section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B2A3B"/>
                </a:solidFill>
              </a:rPr>
              <a:t>Usually points to a transformation logic issue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03997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EE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32597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Mismatch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32597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B2A3B"/>
                </a:solidFill>
              </a:rPr>
              <a:t>Rarest of the three — often only 1–2 out of 20 failures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B2A3B"/>
                </a:solidFill>
              </a:rPr>
              <a:t>Structural difference: column types, names, or presence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B2A3B"/>
                </a:solidFill>
              </a:rPr>
              <a:t>Check row and column mismatches first before suspecting schema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AVF Validation Summary — a worked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EE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01952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338,323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Teradata (source) row total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38218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EE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75378" y="1901952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336,547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475378" y="278892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(target) row total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73517" y="1737360"/>
            <a:ext cx="3515258" cy="1874520"/>
          </a:xfrm>
          <a:prstGeom prst="roundRect">
            <a:avLst>
              <a:gd name="adj" fmla="val 3902"/>
            </a:avLst>
          </a:prstGeom>
          <a:solidFill>
            <a:srgbClr val="EE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10677" y="1901952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310677" y="278892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failed reconciliation this run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931920"/>
            <a:ext cx="1118585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AVF surfaces the failing entity (table) first, then breaks the difference down into row-count and column-mismatch sections beneath the summary — so you know what failed before you dig into why.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RCA discipline — 5 steps, every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057400"/>
            <a:ext cx="2032345" cy="2423160"/>
          </a:xfrm>
          <a:prstGeom prst="roundRect">
            <a:avLst>
              <a:gd name="adj" fmla="val 3149"/>
            </a:avLst>
          </a:prstGeom>
          <a:solidFill>
            <a:srgbClr val="EEF6F8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3061" y="18013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63061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37744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&amp; Scope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926080"/>
            <a:ext cx="18128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failure is real and pin down exactly what's affected — don't assume; a status-check failure can masquerade as something bigger.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535265" y="29489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91297" y="2057400"/>
            <a:ext cx="2032345" cy="2423160"/>
          </a:xfrm>
          <a:prstGeom prst="roundRect">
            <a:avLst>
              <a:gd name="adj" fmla="val 3149"/>
            </a:avLst>
          </a:prstGeom>
          <a:solidFill>
            <a:srgbClr val="E4F0F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1438" y="18013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51438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01025" y="237744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Evidence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901025" y="2926080"/>
            <a:ext cx="18128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AVF comes in — understand exactly what failed before guessing how.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23643" y="29489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79675" y="2057400"/>
            <a:ext cx="2032345" cy="2423160"/>
          </a:xfrm>
          <a:prstGeom prst="roundRect">
            <a:avLst>
              <a:gd name="adj" fmla="val 3149"/>
            </a:avLst>
          </a:prstGeom>
          <a:solidFill>
            <a:srgbClr val="EEF6F8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39816" y="18013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39816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89403" y="237744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 Hypothesis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189403" y="2926080"/>
            <a:ext cx="18128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it matches a known, recurring pattern (same table, same error) before treating it as new.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112020" y="29489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68052" y="2057400"/>
            <a:ext cx="2032345" cy="2423160"/>
          </a:xfrm>
          <a:prstGeom prst="roundRect">
            <a:avLst>
              <a:gd name="adj" fmla="val 3149"/>
            </a:avLst>
          </a:prstGeom>
          <a:solidFill>
            <a:srgbClr val="E4F0F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28193" y="18013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28193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77780" y="237744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Root Cause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477780" y="2926080"/>
            <a:ext cx="18128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assume — confirm against logs, lineage, and history before marking it resolved.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400398" y="29489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656430" y="2057400"/>
            <a:ext cx="2032345" cy="2423160"/>
          </a:xfrm>
          <a:prstGeom prst="roundRect">
            <a:avLst>
              <a:gd name="adj" fmla="val 3149"/>
            </a:avLst>
          </a:prstGeom>
          <a:solidFill>
            <a:srgbClr val="EEF6F8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16570" y="18013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416570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766158" y="2377440"/>
            <a:ext cx="18128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Document, Communicate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766158" y="2926080"/>
            <a:ext cx="18128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fix (repair run or code fix), then document and notify the pod.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Backtracing a mismatch to its source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Lineage HTML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every producer stream and consumer stream for a table — if your table is fed by another stream, start there.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02920" cy="502920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vs Import streams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streams produce data; import streams consume it. If the source stream hasn't migrated yet, data may instead be a raw snapshot from Lufthansa.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0B2A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HISTORY on the table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every operation (streaming update, truncate) with a timestamp and job run ID — compare it against your own stream's run time.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4448" y="3154680"/>
            <a:ext cx="502920" cy="5029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10248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job run IDs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010248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table was last written by a different job than yours, another stream overwrote it after your read — confirming a race condition.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RULES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Repair-run: inside vs outside the 8-hour window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8-hour window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Teradata passed after your check ran (e.g. failed 1 AM, passed 4 AM)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Simply repair-run the full E2E graph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The status-check block now passes and everything downstream executes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EE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7328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8-hour window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B2A3B"/>
                </a:solidFill>
              </a:rPr>
              <a:t>More time has elapsed than the check's rollback window covers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B2A3B"/>
                </a:solidFill>
              </a:rPr>
              <a:t>The status-check block will keep failing even though Teradata is fine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B2A3B"/>
                </a:solidFill>
              </a:rPr>
              <a:t>Explicitly skip the status-check block and run the remaining blocks manually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Quick-fire answers from the session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Q: A Databricks job fails — where do you check first? → The job run page in Databricks (Jobs &amp; Pipelines).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Q: How do you check when a Delta table was last written and what changed? → DESCRIBE HISTORY.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Q: Two systems show different row counts — what's the first thing to check before blaming the transformation logic? → Whether an overlapping job (race condition) touched the table.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B2A3B"/>
                </a:solidFill>
              </a:rPr>
              <a:t>Q: Source count is lower than target count — how? → Often another stream populated the base/target table with additional records — still a race-condition-family issue, confirm via timestamps.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657600" cy="3657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Cheat-sheet for your next RCA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" cy="365760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288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every RCA at AVF — it tells you what failed before you guess why.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365760" cy="365760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mismatch → check overlapping jobs / race conditions first.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365760" cy="365760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566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mismatch is rare — investigate row &amp; column mismatches first.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480560"/>
            <a:ext cx="365760" cy="365760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43484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day's run = row-count debt. Request a First Load, don't patch incrementally.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24448" y="1874520"/>
            <a:ext cx="365760" cy="365760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27368" y="18288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0.0001% mismatch is usually decimal-precision drift, not a real defect.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24448" y="2743200"/>
            <a:ext cx="365760" cy="365760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2444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27368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Repair-run works only inside the Teradata 8-hour window — outside it, skip the status check explicitly.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24448" y="3611880"/>
            <a:ext cx="365760" cy="365760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2444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27368" y="3566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HTML + DESCRIBE HISTORY + job run IDs solve almost every backtracing question.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24448" y="4480560"/>
            <a:ext cx="365760" cy="365760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24448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27368" y="443484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5-step discipline: Reproduce → Evidence → Hypothesis → Verify → Fix &amp; Document.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2026-09-03T05:46:09Z</dcterms:created>
  <dcterms:modified xsi:type="dcterms:W3CDTF">2026-09-03T05:46:09Z</dcterms:modified>
</cp:coreProperties>
</file>