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6D2E4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663440"/>
            <a:ext cx="2926080" cy="2926080"/>
          </a:xfrm>
          <a:prstGeom prst="ellipse">
            <a:avLst/>
          </a:prstGeom>
          <a:solidFill>
            <a:srgbClr val="C9926C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TERADATA → DATABRICKS MIGRATION  ·  TRAINING COLLATERAL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Conversion Rulebook: Defect Prevention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architectural defect classes found across communities 1, 2, 5, 9 &amp; 10 — what broke, why, and the fix every developer must now apply.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3291840" cy="0"/>
          </a:xfrm>
          <a:prstGeom prst="line">
            <a:avLst/>
          </a:prstGeom>
          <a:noFill/>
          <a:ln w="19050">
            <a:solidFill>
              <a:srgbClr val="C9926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Hozefa Kanchwala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2, 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Prevention · Architecture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session exists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An architecture-level review surfaced defects across every community already deployed — 10, 9, 5, 2, and parts of 1.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~19 streams from community 1 onward already need these fixes applied before they can safely proceed.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Two major fix areas: the table DDLs already deployed, and a small number of targeted ETL / SQL transformation scripts.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A full tracking document already exists — this is not a "go find the problems yourself" exercise. Every affected stream, table, and column is already listed.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FBF1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DEFECT CLASSES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Collation (CI performance)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CHAR/VARCHAR restriction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TIMESTAMP_NTZ / time zone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Deterministic IDs (BIGINT)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SET / MULTISET tables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UPI / USI uniqueness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1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Collation: STRING COLLATE UNICODE_CI → UTF8_LCASE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BF1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decision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Teradata is case-insensitive by default; Databricks is case-sensitive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Brickify's original fix: STRING COLLATE UNICODE_CI on every affected column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Made strings behave case-insensitively, matching Teradata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changing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COLLATE UNICODE_CI relies on an external ICU library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Every string comparison pays a real compute cost — parallelism testing confirmed this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New standard: UTF8_LCASE — a native Databricks case-insensitive binary, no external library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1 OF 6 · WHERE TO FIX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Collation — the two places this shows 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table DDLs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currently typed STRING COLLATE UNICODE_CI needs to move to UTF8_LCASE. This is being fixed centrally at stream/community level and handed to developers to deploy.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ETL join conditions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SQL transformation scripts hardcode COLLATE directly inside a JOIN (e.g. join A.col COLLATE UNICODE_CI = B.col). Any hardcoded COLLATE bypasses the column's data type and must be removed.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2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 / VARCHAR restriction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Teradata distinguishes CHAR (fixed length) and VARCHAR (variable length) — both were carried over into the Databricks DDLs as-is.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Lufthansa's requirement: restrict every column to VARCHAR only, sized to whatever the column's current Teradata value length actually is.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Every CHAR column in an existing DDL must be converted to VARCHAR at the equivalent length — this has already been catalogued centrally.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3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TIMESTAMP_NTZ — preserving Teradata's time zone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mismatch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runs on Berlin time; Databricks defaults to UTC. A straight timestamp conversion silently shifts every value.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 made it worse temporarily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Teradata-side patch changed how it extracted data into Parquet — briefly converting Berlin-time data into UTC before it even reached Databricks.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2A16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TIMESTAMP_NTZ + explicit parameter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TIMESTAMP_NTZ ("no time zone") stores the value exactly as provided, with no automatic conversion. The data-load utility's time-zone parameter is explicitly set to Berlin/Europe so extraction preserves the original time.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4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IDs — the flight/booking ID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Teradata generates flight leg / flight segment IDs using a random-number logic — never reproducible on a second platform.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Fix agreed with the business: switch ID generation in Databricks to an IDENTITY column (auto-incrementing), making it deterministic instead of random.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New problem this created: IDENTITY ranges start around 2 billion per airline block (2B, 3B, 4B, 5B...) — beyond INT's 2.14 billion max.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Resolution: every ID column — and every foreign-key column that consumes that ID — must be changed from INT to BIGINT, end to end across the lineage.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FBF1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Affects inventory, IMP, and SBRS-family streams broadly.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Also touches some customer ID columns.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1620"/>
                </a:solidFill>
              </a:rPr>
              <a:t>Not limited to 10-12 streams — check the tracking doc for your stream.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4 OF 6 · THE WORKAROUND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Reconciling IDs until Teradata cutover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57400"/>
            <a:ext cx="2604440" cy="2423160"/>
          </a:xfrm>
          <a:prstGeom prst="roundRect">
            <a:avLst>
              <a:gd name="adj" fmla="val 2642"/>
            </a:avLst>
          </a:prstGeom>
          <a:solidFill>
            <a:srgbClr val="FBF1EC"/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108" y="1801368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910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 problem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26080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Teradata generates a random ID and Databricks generates its own IDENTITY value for the same new record, the two will never match — reconciliation should fail.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7360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3392" y="2057400"/>
            <a:ext cx="2604440" cy="2423160"/>
          </a:xfrm>
          <a:prstGeom prst="roundRect">
            <a:avLst>
              <a:gd name="adj" fmla="val 2642"/>
            </a:avLst>
          </a:prstGeom>
          <a:solidFill>
            <a:srgbClr val="F5E4DE"/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9580" y="1801368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958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postload as the input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3120" y="2926080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feeding fresh input data into the ETL, use the postload snapshot (which already reflects Teradata's generated IDs) as the comparison target.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67832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23864" y="2057400"/>
            <a:ext cx="2604440" cy="2423160"/>
          </a:xfrm>
          <a:prstGeom prst="roundRect">
            <a:avLst>
              <a:gd name="adj" fmla="val 2642"/>
            </a:avLst>
          </a:prstGeom>
          <a:solidFill>
            <a:srgbClr val="FBF1EC"/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0052" y="1801368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0052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records detected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33592" y="2926080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postload snapshot already contains the "new" records, the standard insert/update comparison finds zero differences — no new ID gets minted.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28303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4335" y="2057400"/>
            <a:ext cx="2604440" cy="2423160"/>
          </a:xfrm>
          <a:prstGeom prst="roundRect">
            <a:avLst>
              <a:gd name="adj" fmla="val 2642"/>
            </a:avLst>
          </a:prstGeom>
          <a:solidFill>
            <a:srgbClr val="F5E4DE"/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30523" y="1801368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30523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94063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only until cutover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94063" y="2926080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temporary bridge. Once Teradata is decommissioned, Databricks becomes the sole source of IDs and postload-as-input is no longer needed.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5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vs MULTISET tables — no native Databricks equivalent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SET table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No duplicate rows allowed across the entire row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Duplicate insert attempts fail that flow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Does not guarantee zero duplicates in existing historic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BF1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has no equivalent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The dedup logic has to be added explicitly in ETL code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A template / design pattern already exists for this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Apply it only at the import (input) layer — not on every downstream table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5 OF 6 · DESIGN 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SET logic belongs at the input layer only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Example: 100 input tables → 50 intermediate tables → 50 target tables.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If duplicates are controlled at the input layer, every downstream table inherits that guarantee for free — as long as transformation logic maintains 100% parity.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Applying SET-style dedup logic across every table in the chain would add significant, unnecessary compute cost.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Rule: coordinate with your squad owner and pod lead before deciding which tables need this — don't apply it blindly.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6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and USI — column-level uniqueness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Primary Index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concept: the value in this specific column cannot be duplicated (distinct from SET, which covers the whole row).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Secondary Index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column-level uniqueness constraint — same idea as UPI, applied to a different indexing role.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2A16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templated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to enforce this in Databricks has already been created — check the tracking document for the exact columns affected in your stream.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SINGLE SOURCE OF TRUTH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master tracking document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A complete list exists covering every community, squad, and stream already deployed.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Drill-down structure: community → squad → stream → table → column → current data type → required data type.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Every defect class is captured here: collation, CHAR/VARCHAR, deterministic ID/BIGINT changes, SET table logic, UPI/USI.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A1620"/>
                </a:solidFill>
              </a:rPr>
              <a:t>Access is via your Lufthansa ID — do not request or share it outside that access path.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roadmap and what to master 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roadmap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Pre-prod and prod merge into a single workspace in ~2-3 weeks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New streams from community 1 onward deploy straight into that workspace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One-time cutover effort — avoids redeploying ~100+ streams individually later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BF1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checklist for every developer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Independently master: the DDL utility, the Data Load utility, and the AVF framework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Know how to read ODAT and its surrounding configuration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1620"/>
                </a:solidFill>
              </a:rPr>
              <a:t>Unix framework is lower priority — handled mostly at conversion time, not individually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657600" cy="3657600"/>
          </a:xfrm>
          <a:prstGeom prst="ellipse">
            <a:avLst/>
          </a:prstGeom>
          <a:solidFill>
            <a:srgbClr val="6D2E46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9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 for defect prevention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COLLATE UNICODE_CI is being replaced everywhere with UTF8_LCASE for performance.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hardcoded COLLATE inside ETL JOIN conditions.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 columns convert to VARCHAR at the current Teradata length.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TIMESTAMP_NTZ + an explicit Berlin/Europe parameter to preserve Teradata's time zone.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365760" cy="36576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columns move to IDENTITY (deterministic) + BIGINT (range); update every dependent FK column too.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2743200"/>
            <a:ext cx="365760" cy="36576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SET-table dedup logic applies at the import layer only — not across every downstream table.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611880"/>
            <a:ext cx="365760" cy="36576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44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UPI/USI need explicit column-level uniqueness logic — templates already exist.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4448" y="4480560"/>
            <a:ext cx="365760" cy="365760"/>
          </a:xfrm>
          <a:prstGeom prst="ellipse">
            <a:avLst/>
          </a:prstGeom>
          <a:solidFill>
            <a:srgbClr val="C9926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44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master tracking document before manually investigating any stream — it's already mapped.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2026-09-03T05:49:22Z</dcterms:created>
  <dcterms:modified xsi:type="dcterms:W3CDTF">2026-09-03T05:49:22Z</dcterms:modified>
</cp:coreProperties>
</file>