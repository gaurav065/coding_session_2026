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463040"/>
            <a:ext cx="4206240" cy="420624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28655" y="4663440"/>
            <a:ext cx="2926080" cy="2926080"/>
          </a:xfrm>
          <a:prstGeom prst="ellipse">
            <a:avLst/>
          </a:prstGeom>
          <a:solidFill>
            <a:srgbClr val="5C7CFA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TERADATA → DATABRICKS MIGRATION  ·  TRAINING COLLATERAL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2880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DAB Deep-Dive: Targets, Variables &amp; Env Promotion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5204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databricks.yml, target YAMLs, and variables work together to deploy the same bundle safely across dev, pre-prod, and prod.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4617720"/>
            <a:ext cx="3291840" cy="0"/>
          </a:xfrm>
          <a:prstGeom prst="line">
            <a:avLst/>
          </a:prstGeom>
          <a:noFill/>
          <a:ln w="19050">
            <a:solidFill>
              <a:srgbClr val="5C7C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Dinesh Kundnani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2, 2026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Deep-Dive · Databricks Asset Bundles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session covers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What a DAB is and why we deploy resources as code instead of by hand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databricks.yml — the master config: include, permissions, and variables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Target YAMLs — how dev / pre-prod / prod each get their own values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Dynamic job-ID lookups — why hardcoded IDs break across environments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bundle validate vs bundle deploy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The wheel-file automation pipeline and run-as service principals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E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152E"/>
                </a:solidFill>
              </a:rPr>
              <a:t>This is the file every deployment error traces back to.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152E"/>
                </a:solidFill>
              </a:rPr>
              <a:t>Get variables and targets right, and dev → pre-prod → prod promotion is a one-line command.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152E"/>
                </a:solidFill>
              </a:rPr>
              <a:t>Get them wrong, and jobs deploy with the wrong name, ID, or permission set.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DAB (Databricks Asset Bundle)?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deployed as code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DAB gives a structured, declarative way to define and deploy Databricks resources — jobs, pipelines, notebooks — instead of clicking them into existence in the UI.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9067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Version-controlled and reversible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41071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everything is defined as code, you can always roll back to a previous version, and every change is tracked in source control.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502920" cy="502920"/>
          </a:xfrm>
          <a:prstGeom prst="ellipse">
            <a:avLst/>
          </a:prstGeom>
          <a:solidFill>
            <a:srgbClr val="1015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507992"/>
            <a:ext cx="10500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bundle, many environments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828032"/>
            <a:ext cx="10500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bundle definition deploys to dev, pre-prod, and prod — with environment-specific values supplied by targets and variables, not by duplicating the bundle.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MASTER CONFIG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databricks.yml — the three sections that matter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Lists every resource YAML (jobs, pipelines) to deploy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Also includes the targets file, so all target YAMLs are pulled in with one line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This file is mandatory — no resource deploys without it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3458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EF1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82058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82058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Defines access by group name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Three access levels: can_manage, can_view, can_run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Applies uniformly across whatever this bundle deploys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03997" y="1645920"/>
            <a:ext cx="3484778" cy="4709160"/>
          </a:xfrm>
          <a:prstGeom prst="roundRect">
            <a:avLst>
              <a:gd name="adj" fmla="val 2099"/>
            </a:avLst>
          </a:prstGeom>
          <a:solidFill>
            <a:srgbClr val="EEF1F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32597" y="182880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432597" y="2423160"/>
            <a:ext cx="302757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Declares variable names used across jobs and scripts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Some get a default value here (same across all environments)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Others are left undefined — supplied per-target instead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101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variable in databricks.yml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With a default value → the value is the same for dev, pre-prod, and prod.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Without a default value → the value must be supplied in each target's own YAML file (target dev.yaml, target pre-prod.yaml, target prod.yaml).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Example: ENV.ENV_ID is declared in databricks.yml with no default — its actual value is set once inside target dev.yaml, and set differently inside target pre-prod.yaml.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This is what lets one bundle definition mean something different (correctly) in each environment.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PER-ENVIRONMENT CONFIG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lives inside a target YAML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host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 / pre-prod / prod workspace URL this target deploys into.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= development mode; pre-prod and prod = production mode. Mode affects how Databricks treats the deployment (e.g. naming, safety checks).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1015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PFX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prefix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deploy with a default prefix like [dev yourname] — driven by the predefined workspace.current_user.short_name variable — so dev deployments never collide.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values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left undefined in databricks.yml gets its actual value defined here, per target.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variable resolves differently per target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EF1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9108" y="18470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549108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in databricks.yml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ENV.ENV_ID is declared with no default value.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7360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63392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4E9F9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09580" y="18470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09580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3120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 target dev.yaml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73120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ENV_ID is set to the dev-specific value for this target only.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967832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23864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EF1FB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70052" y="18470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70052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33592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 target pre-prod.yaml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33592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variable name gets its own pre-prod-specific value.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828303" y="297180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084335" y="2103120"/>
            <a:ext cx="2604440" cy="2377440"/>
          </a:xfrm>
          <a:prstGeom prst="roundRect">
            <a:avLst>
              <a:gd name="adj" fmla="val 2692"/>
            </a:avLst>
          </a:prstGeom>
          <a:solidFill>
            <a:srgbClr val="E4E9F9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130523" y="184708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130523" y="18470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94063" y="24231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resolves it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9194063" y="2971800"/>
            <a:ext cx="23849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target you deploy with (-t dev / -t pre-prod) supplies the matching value automatically.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job IDs must never be hardcoded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Problem: nested / referenced jobs (e.g. a job that triggers the Teradata status check job) need that job's ID as an input.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If you hardcode a constant job ID, deployment breaks — the same ID does not exist across dev, pre-prod, and prod.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Fix: declare the ID as a variable and fetch its value dynamically using lookup, rather than typing a fixed number.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These lookup-based variables (e.g. Teradata status job ID) are declared under the resources / object details area, not inside databricks.yml itself, and referenced from the relevant subdomain.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E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152E"/>
                </a:solidFill>
              </a:rPr>
              <a:t>Any cross-job reference = a variable, never a literal ID.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152E"/>
                </a:solidFill>
              </a:rPr>
              <a:t>lookup resolves the correct ID for whichever environment you're deploying to.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COMMANDS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validate vs. bundle deploy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bundle validate -t &lt;target&gt;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Checks the bundle configuration for errors and warnings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Does NOT push anything to the workspace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Run this first, always — catch undefined variables and config issues locally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45920"/>
            <a:ext cx="5410048" cy="4709160"/>
          </a:xfrm>
          <a:prstGeom prst="roundRect">
            <a:avLst>
              <a:gd name="adj" fmla="val 1553"/>
            </a:avLst>
          </a:prstGeom>
          <a:solidFill>
            <a:srgbClr val="EEF1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07328" y="1828800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bundle deploy -t &lt;target&gt;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07328" y="2423160"/>
            <a:ext cx="4952848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Same command structure — just swap validate for deploy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Actually pushes jobs/pipelines into the target workspace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0152E"/>
                </a:solidFill>
              </a:rPr>
              <a:t>Only run once validate is clean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LAYOUT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jobs and pipelines are actually declared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111858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Jobs and pipelines themselves are NOT declared inline in databricks.yml — they live under the resources/ folder.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databricks.yml's include section simply points at these resource YAML files so they get pulled into the deployment.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You can validate this locally: run bundle validate -t dev, and check workspace.users / bundle name / target under the generated working directory to confirm the deployment maps correctly.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IDENTITY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Run-as and the Job Runner Service Principal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Predefined per subdomain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~14-15 job runner service principal IDs, each mapped to a subdomain (e.g. ADW). Check with your pod lead or squad lead for the one assigned to your area.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in the target folder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job_runner_service_principal_id used for run-as is set in the target dev.yaml (or pre-prod / prod) — check the generated target folder to confirm which one applies.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1015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your own identity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run-as service principal is defined for a job, it runs under whichever principal deployed the bundle — i.e., you, if you deployed it locally.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wheel-file automation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Jobs depend on a .whl file built from the shared utilities repo (ODPW Utilities).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A dedicated pipeline ("utilities wheel automation") builds the wheel from the latest main-branch code and deploys it to the catalog — automatically, on every run.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Environment-specific catalogs: ODPW Utilities under _N for dev, under _I for pre-prod — deployed together in a single pipeline run.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0152E"/>
                </a:solidFill>
              </a:rPr>
              <a:t>Why it matters: this used to be a manual process with no traceability. Now every wheel version is generated and tracked automatically.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00200"/>
            <a:ext cx="4373575" cy="4846320"/>
          </a:xfrm>
          <a:prstGeom prst="roundRect">
            <a:avLst>
              <a:gd name="adj" fmla="val 1673"/>
            </a:avLst>
          </a:prstGeom>
          <a:solidFill>
            <a:srgbClr val="EEF1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589520" y="1783080"/>
            <a:ext cx="3824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vs AFTER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240280"/>
            <a:ext cx="382493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152E"/>
                </a:solidFill>
              </a:rPr>
              <a:t>Before: manual wheel builds, hard to trace which version was live.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0152E"/>
                </a:solidFill>
              </a:rPr>
              <a:t>After: one pipeline run, versioned and traceable, deployed to both dev and pre-prod catalogs.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 bundle without deploying everything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unrelated jobs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testing, comment out every job in the bundle except the one(s) you're actively working on — avoids confusion about what actually deployed.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1737360"/>
            <a:ext cx="502920" cy="50292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2444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10248" y="167335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and test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7010248" y="199339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uncommented jobs deploy — run and verify them in isolation.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154680"/>
            <a:ext cx="502920" cy="502920"/>
          </a:xfrm>
          <a:prstGeom prst="ellipse">
            <a:avLst/>
          </a:prstGeom>
          <a:solidFill>
            <a:srgbClr val="1015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029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before pushing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testing is done, uncomment the jobs you disabled and push the change to your dev squad branch.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24448" y="3154680"/>
            <a:ext cx="502920" cy="5029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10248" y="3090672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evidence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7010248" y="3410712"/>
            <a:ext cx="46785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the job run result as evidence in your PR / change record.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5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-1280160"/>
            <a:ext cx="3657600" cy="36576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548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C7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Cheat-sheet for working with DABs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databricks.yml is mandatory — no resource deploys without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pulls in resource YAMLs + all target YAMLs in one line.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61188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with a default apply everywhere; variables without one are set per-target.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48056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29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 job ID that's referenced across environments — use lookup.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24448" y="187452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444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7368" y="182880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validate before bundle deploy — always, every time.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24448" y="274320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2444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269748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Jobs/pipelines live under resources/, not inline in databricks.yml.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24448" y="361188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24448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827368" y="356616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target folder to confirm which service principal a job runs as.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24448" y="4480560"/>
            <a:ext cx="365760" cy="365760"/>
          </a:xfrm>
          <a:prstGeom prst="ellipse">
            <a:avLst/>
          </a:prstGeom>
          <a:solidFill>
            <a:srgbClr val="5C7C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24448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827368" y="4434840"/>
            <a:ext cx="4861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out unrelated jobs while testing; uncomment and attach evidence before merging.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2026-09-03T05:48:22Z</dcterms:created>
  <dcterms:modified xsi:type="dcterms:W3CDTF">2026-09-03T05:48:22Z</dcterms:modified>
</cp:coreProperties>
</file>