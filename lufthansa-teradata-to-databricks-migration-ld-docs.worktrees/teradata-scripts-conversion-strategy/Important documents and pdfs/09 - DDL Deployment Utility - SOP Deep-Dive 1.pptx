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5B2C6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C79FDE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REFERENCE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Deployment Utility: Standard Operating Procedure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Teradata DDL, deploys to Unity Catalog, and tracks every deployment — at community, squad, stream, or table scope.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C79F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Engineers — SOP v1.3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exclusions widget · dot-rule classification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Documentation · DDL Deployment Utility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SOP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What the utility does and the seven phases every run goes through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Choosing the right deployment level — community, squad, stream, or table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Choosing the right execution mode — ignore, incremental, or overwrite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Common scenarios, in copy-pasteable widget form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Verifying a run across three places: output, metadata table, log table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Troubleshooting and recovery SQL for metadata damage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THE UTILITY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Parses, deploys, and tracks — all from one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.sql files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CREATE TABLE / CREATE VIEW / ALTER / DROP / TRUNCATE statements from a source path and deploys the corresponding objects into Unity Catalog.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067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ODAT to resolve scope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1071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ODAT mapping table tells the utility which catalog and schema each table belongs to, and drives coverage checks.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502920" cy="502920"/>
          </a:xfrm>
          <a:prstGeom prst="ellipse">
            <a:avLst/>
          </a:prstGeom>
          <a:solidFill>
            <a:srgbClr val="271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0799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everything in two tables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2803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ddl_deployment_metadata (one row per logical table, latest status) and ddl_deployment_log (append-only audit log of every action).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QUICK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goes through the same seven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20240"/>
            <a:ext cx="2032345" cy="2468880"/>
          </a:xfrm>
          <a:prstGeom prst="roundRect">
            <a:avLst>
              <a:gd name="adj" fmla="val 3149"/>
            </a:avLst>
          </a:prstGeom>
          <a:solidFill>
            <a:srgbClr val="F5EFF7"/>
          </a:solidFill>
          <a:ln w="9525">
            <a:solidFill>
              <a:srgbClr val="5B2C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3061" y="1664208"/>
            <a:ext cx="512064" cy="512064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63061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24028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788920"/>
            <a:ext cx="181288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metadata, log, and locks tables if they don't already exist.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35265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91297" y="1920240"/>
            <a:ext cx="2032345" cy="2468880"/>
          </a:xfrm>
          <a:prstGeom prst="roundRect">
            <a:avLst>
              <a:gd name="adj" fmla="val 3149"/>
            </a:avLst>
          </a:prstGeom>
          <a:solidFill>
            <a:srgbClr val="EEE1F3"/>
          </a:solidFill>
          <a:ln w="9525">
            <a:solidFill>
              <a:srgbClr val="5B2C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1438" y="1664208"/>
            <a:ext cx="512064" cy="512064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143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01025" y="224028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01025" y="2788920"/>
            <a:ext cx="181288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DDL files for tables in scope; compare against existing metadata.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643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9675" y="1920240"/>
            <a:ext cx="2032345" cy="2468880"/>
          </a:xfrm>
          <a:prstGeom prst="roundRect">
            <a:avLst>
              <a:gd name="adj" fmla="val 3149"/>
            </a:avLst>
          </a:prstGeom>
          <a:solidFill>
            <a:srgbClr val="F5EFF7"/>
          </a:solidFill>
          <a:ln w="9525">
            <a:solidFill>
              <a:srgbClr val="5B2C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9816" y="1664208"/>
            <a:ext cx="512064" cy="512064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3981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89403" y="224028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89403" y="2788920"/>
            <a:ext cx="181288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ODAT entries that have no matching DDL file.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12020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68052" y="1920240"/>
            <a:ext cx="2032345" cy="2468880"/>
          </a:xfrm>
          <a:prstGeom prst="roundRect">
            <a:avLst>
              <a:gd name="adj" fmla="val 3149"/>
            </a:avLst>
          </a:prstGeom>
          <a:solidFill>
            <a:srgbClr val="EEE1F3"/>
          </a:solidFill>
          <a:ln w="9525">
            <a:solidFill>
              <a:srgbClr val="5B2C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193" y="1664208"/>
            <a:ext cx="512064" cy="512064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8193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7780" y="224028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77780" y="2788920"/>
            <a:ext cx="181288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the rewritten DDL statements (PRE_VALIDATION).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00398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56430" y="1920240"/>
            <a:ext cx="2032345" cy="2468880"/>
          </a:xfrm>
          <a:prstGeom prst="roundRect">
            <a:avLst>
              <a:gd name="adj" fmla="val 3149"/>
            </a:avLst>
          </a:prstGeom>
          <a:solidFill>
            <a:srgbClr val="F5EFF7"/>
          </a:solidFill>
          <a:ln w="9525">
            <a:solidFill>
              <a:srgbClr val="5B2C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16570" y="1664208"/>
            <a:ext cx="512064" cy="512064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16570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66158" y="224028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Verify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66158" y="2788920"/>
            <a:ext cx="181288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Create/drop/alter tables in parallel, then POST_VALIDATION confirms they exist. SUMMARY writes the final log entry.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CHOOSING DEPLOYMENT LEVEL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levels — pick by the size of the change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everything in a community. domain_or_community = "Community_9" (or a comma-separated list).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 or more squads inside a community — use when one squad has a release window and the rest is frozen. Format: {"Community_9": ["ADW", "PPL"]}.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71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 stream end-to-end, cross-squad — the utility automatically reads from every squad folder that owns tables in the stream.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 or a small set of specific tables — accepts 3-part, 2-part, or 1-part identifiers, auto-detected and matched case-insensitively.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CHOOSING EXECUTION MODE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 vs. incremental vs. overwrite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5B2C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The safe default for scheduled / CI/CD runs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Skips tables that already exist; re-deploys only Failed rows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Does NOT detect file edits — use incremental or overwrite for that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5EF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1430"/>
                </a:solidFill>
              </a:rPr>
              <a:t>For active development — detects real content changes only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1430"/>
                </a:solidFill>
              </a:rPr>
              <a:t>Ignores whitespace, comments, and casing differences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1430"/>
                </a:solidFill>
              </a:rPr>
              <a:t>Bumps ddl_version and DROP+CREATEs only what actually changed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5EF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1430"/>
                </a:solidFill>
              </a:rPr>
              <a:t>Forces DROP + CREATE for every table in scope, regardless of state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1430"/>
                </a:solidFill>
              </a:rPr>
              <a:t>Use for environment refresh or suspected metadata/physical drift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1430"/>
                </a:solidFill>
              </a:rPr>
              <a:t>Managed-table data is lost — tables are recreated empty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COMMON SCENARIOS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Copy-paste widget settings for the situations you'll actually hit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New single table → deployment_level = table, script_execution_mode = ignore.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Edited a DDL (column/type change) → same scope, script_execution_mode = incremental. Verify via ddl_deployment_metadata: new ddl_version, is_latest=true.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Previous run failed, retry → ignore mode at the original scope — Failed rows are retried automatically, no need to switch to overwrite.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Promoting a whole community to a new environment → overwrite once, then switch back to ignore for ongoing runs.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Excluding squads or tables from a stream deploy → the exclusions widget uses a dot-rule: no dot = squad, dot = table; both kinds can mix in one value.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Two squads triggering streams at the same time → safe by design — row-scoped advisory locks keyed by ddl_hash coordinate concurrent writes.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VERIFYING A RUN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places tell you what happened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output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SCAN/VALIDATION/DEPLOYMENT/SUMMARY block counts. Failed &gt; 0 means at least one table didn't deploy — check the metadata table for the error.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ddl_deployment_metadata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logical table. Query for is_latest=true AND status='Failed' to see all failures in your run, or ORDER BY ddl_version for a table's full version history.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71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ddl_deployment_log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 — every phase writes start/progress/end events here. Best for tracing exactly what happened during one specific run.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→ likely cause → what to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"ODAT entry has no DDL file" → the .sql file path doesn't match what ODAT expects — confirm ref_object_dbname/ref_object_name match folder/file names exactly.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I edited a DDL but the change didn't apply → you ran in ignore mode, which doesn't detect file edits. Re-run in incremental.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'Waiting on ddl_hash lock' in the logs → expected behaviour, another concurrent run holds the lock. Locks expire automatically after 15–30 minutes if the holder crashed.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Workflow processed far more tables than expected → the deployed wheel is older than your source files. Check the 'ODAT filter:' diagnostic line, then rebuild and redeploy the wheel.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ddl_version resets to 1 despite older versions existing → legacy is_latest orphan damage. Recent versions auto-heal at SCAN; otherwise run the heal SQL (§11.4).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SPECIAL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Time-columns tables: recon becomes managed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Some source tables have TIME(MILLIS,true) columns that would corrupt an external (parquet) recon table.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For these tables, the DDL deployment utility creates the recon target as managed instead of external, matching the data load utility's own managed-recon handling.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Opt in via time_columns_config_path, pointing at the Community_&lt;N&gt;_&lt;SQUAD_ID&gt;_ddl_time_columns.yml files. Leave empty to disable (all recon tables become external).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71430"/>
                </a:solidFill>
              </a:rPr>
              <a:t>Migration is automatic: if a previous run created an EXTERNAL recon table that should now be MANAGED, the utility detects the mismatch and forces a drop + recreate — no special run required.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RECOVERY 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troubleshooting reveals metadata damage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5B2C6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metadata damage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ddl_hashes have zero, one, or many is_latest=true rows. A healthy table shows exactly one latest per hash.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one table's version history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ddl_version increases monotonically and exactly one row is is_latest=true — the highest version.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71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UC is up to date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TABLE EXTENDED — if Created Time predates your run, the deploy phase did not actually drop+recreate.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 the metadata table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idempotent, safe-to-re-run statements: demote duplicate is_latest rows, then re-promote the correct one.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5B2C6F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79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running the DDL Deployment utility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deployment_level by size of change: table → stream → squad → community.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script_execution_mode by intent: keep existing → ignore; detect edits → incremental; force reset → overwrite.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never detects file edits — that's what incremental is for.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 use a dot-rule: no dot = squad ID, dot = table identifier; both can mix in one value.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runs on the same table are safe — row-scoped advisory locks keyed by ddl_hash coordinate them.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run in three places: workflow output, ddl_deployment_metadata, ddl_deployment_log.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'ODAT filter:' in the logs is your check that the deployed wheel actually matches your source — rebuild if it looks wrong.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C79FD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damage (orphans, duplicate is_latest) has a standard three-step heal — safe to re-run.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2026-09-06T17:38:57Z</dcterms:created>
  <dcterms:modified xsi:type="dcterms:W3CDTF">2026-09-06T17:38:57Z</dcterms:modified>
</cp:coreProperties>
</file>