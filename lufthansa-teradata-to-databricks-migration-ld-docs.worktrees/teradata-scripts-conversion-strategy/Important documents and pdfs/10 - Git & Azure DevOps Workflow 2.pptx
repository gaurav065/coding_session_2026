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1B4F7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663440"/>
            <a:ext cx="2926080" cy="2926080"/>
          </a:xfrm>
          <a:prstGeom prst="ellipse">
            <a:avLst/>
          </a:prstGeom>
          <a:solidFill>
            <a:srgbClr val="5DADE2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E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TERADATA → DATABRICKS MIGRATION  ·  REFERENCE DOCUMENTATION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Azure DevOps Workflow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5204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environment setup, daily Git commands, the PR process, branching strategy, and pre-commit validation for ODP-ADW.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3291840" cy="0"/>
          </a:xfrm>
          <a:prstGeom prst="line">
            <a:avLst/>
          </a:prstGeom>
          <a:noFill/>
          <a:ln w="19050">
            <a:solidFill>
              <a:srgbClr val="5DAD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ODP-ADW Engineering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Documentation · Developer Workflow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Project setup — installing tools, cloning the repo, and PAT authentication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Daily Git commands you'll actually use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Creating a pull request, step by step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The full branching strategy: feature branch through to production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Pre-commit hooks — what they check and why they exist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Local setup so you can run the same validation before you push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 SETUP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zero to a local, authenticated clone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10312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EAF3FA"/>
          </a:solidFill>
          <a:ln w="9525">
            <a:solidFill>
              <a:srgbClr val="1B4F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9108" y="1847088"/>
            <a:ext cx="512064" cy="51206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49108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4231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 + Git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97180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Mac → download the Apple Silicon .dmg build. Verify with git --version.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07360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63392" y="210312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DDEDF7"/>
          </a:solidFill>
          <a:ln w="9525">
            <a:solidFill>
              <a:srgbClr val="1B4F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9580" y="1847088"/>
            <a:ext cx="512064" cy="51206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09580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3120" y="24231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73120" y="297180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--branch dev_object_ddls --single-branch &lt;repo-url&gt; — clones and fetches just that one branch.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67832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23864" y="210312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EAF3FA"/>
          </a:solidFill>
          <a:ln w="9525">
            <a:solidFill>
              <a:srgbClr val="1B4F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70052" y="1847088"/>
            <a:ext cx="512064" cy="51206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70052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33592" y="24231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33592" y="297180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prompted: username = any value, password = your PAT.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828303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84335" y="210312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DDEDF7"/>
          </a:solidFill>
          <a:ln w="9525">
            <a:solidFill>
              <a:srgbClr val="1B4F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30523" y="1847088"/>
            <a:ext cx="512064" cy="51206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30523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94063" y="24231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94063" y="297180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ODP-ADW, cd &lt;folder&gt; to move around; pwd to confirm your current path.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PERSONAL ACCESS TOKEN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and securing your PAT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PAT?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credential used to authenticate with Azure DevOps for Git operations over HTTPS — clone, pull, push. Has configurable scopes and an expiration date. Treat it like a password.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clearly (e.g. ODP-ADW-Git-Access), set an appropriate expiration, and scope it to Code → Read &amp; Write only.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0D2A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create one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→ Profile / User Settings → Personal Access Tokens → New Token. Copy it immediately — it isn't shown again.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3154680"/>
            <a:ext cx="502920" cy="502920"/>
          </a:xfrm>
          <a:prstGeom prst="ellipse">
            <a:avLst/>
          </a:prstGeom>
          <a:solidFill>
            <a:srgbClr val="8C2E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10248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010248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the PAT. Never commit it to the repository. Use the minimum permissions required. Revoke it immediately if exposed.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DAILY GIT COMMANDS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commands you'll use every 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git branch — view local branches and identify the current one.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git switch &lt;branch&gt; / git switch -c &lt;new-branch&gt; — switch to, or create and switch to, a branch.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git status — check the current branch and working-tree changes.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git add . → git commit -m "message" — stage everything, then create a local commit.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git pull — fetch and integrate the latest remote changes.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git push / git push -u origin &lt;branch&gt; — push commits, or push a new branch and set its upstream.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EAF3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VS CHECKOUT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2A3D"/>
                </a:solidFill>
              </a:rPr>
              <a:t>Recommended: git switch &lt;branch&gt; / git switch -c &lt;new-branch&gt;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2A3D"/>
                </a:solidFill>
              </a:rPr>
              <a:t>Alternative: git checkout &lt;branch&gt; / git checkout -b &lt;new-branch&gt;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CREATING A PULL REQUEST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feature branch to a review-ready PR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057400"/>
            <a:ext cx="2604440" cy="2423160"/>
          </a:xfrm>
          <a:prstGeom prst="roundRect">
            <a:avLst>
              <a:gd name="adj" fmla="val 2642"/>
            </a:avLst>
          </a:prstGeom>
          <a:solidFill>
            <a:srgbClr val="EAF3FA"/>
          </a:solidFill>
          <a:ln w="9525">
            <a:solidFill>
              <a:srgbClr val="1B4F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9108" y="1801368"/>
            <a:ext cx="512064" cy="51206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49108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3774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 Branch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926080"/>
            <a:ext cx="2384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switch &lt;dev_squad&gt; → git pull → git switch -c feature/&lt;feature-name&gt;.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07360" y="29489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63392" y="2057400"/>
            <a:ext cx="2604440" cy="2423160"/>
          </a:xfrm>
          <a:prstGeom prst="roundRect">
            <a:avLst>
              <a:gd name="adj" fmla="val 2642"/>
            </a:avLst>
          </a:prstGeom>
          <a:solidFill>
            <a:srgbClr val="DDEDF7"/>
          </a:solidFill>
          <a:ln w="9525">
            <a:solidFill>
              <a:srgbClr val="1B4F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9580" y="1801368"/>
            <a:ext cx="512064" cy="51206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09580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3120" y="23774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 Validation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73120" y="2926080"/>
            <a:ext cx="2384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run -a. Resolve hook failures; if a hook auto-modifies files, review and re-run before committing.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67832" y="29489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23864" y="2057400"/>
            <a:ext cx="2604440" cy="2423160"/>
          </a:xfrm>
          <a:prstGeom prst="roundRect">
            <a:avLst>
              <a:gd name="adj" fmla="val 2642"/>
            </a:avLst>
          </a:prstGeom>
          <a:solidFill>
            <a:srgbClr val="EAF3FA"/>
          </a:solidFill>
          <a:ln w="9525">
            <a:solidFill>
              <a:srgbClr val="1B4F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70052" y="1801368"/>
            <a:ext cx="512064" cy="51206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70052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33592" y="23774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Push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33592" y="2926080"/>
            <a:ext cx="2384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→ git add . → git commit -m "..." → git push -u origin &lt;feature-branch&gt;.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828303" y="29489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84335" y="2057400"/>
            <a:ext cx="2604440" cy="2423160"/>
          </a:xfrm>
          <a:prstGeom prst="roundRect">
            <a:avLst>
              <a:gd name="adj" fmla="val 2642"/>
            </a:avLst>
          </a:prstGeom>
          <a:solidFill>
            <a:srgbClr val="DDEDF7"/>
          </a:solidFill>
          <a:ln w="9525">
            <a:solidFill>
              <a:srgbClr val="1B4F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30523" y="1801368"/>
            <a:ext cx="512064" cy="51206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30523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94063" y="23774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94063" y="2926080"/>
            <a:ext cx="2384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feature/&lt;feature-name&gt;. Target: &lt;dev_squad&gt;. Confirm branches, ensure validation passes, review changed files.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BRANCHING &amp; PROMOTION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branch → dev_squad → dev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103120"/>
            <a:ext cx="3557930" cy="2377440"/>
          </a:xfrm>
          <a:prstGeom prst="roundRect">
            <a:avLst>
              <a:gd name="adj" fmla="val 2692"/>
            </a:avLst>
          </a:prstGeom>
          <a:solidFill>
            <a:srgbClr val="EAF3FA"/>
          </a:solidFill>
          <a:ln w="9525">
            <a:solidFill>
              <a:srgbClr val="1B4F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25853" y="1847088"/>
            <a:ext cx="512064" cy="51206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25853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423160"/>
            <a:ext cx="33384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971800"/>
            <a:ext cx="333847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from the respective dev_squad branch. Make required changes here.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060850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16882" y="2103120"/>
            <a:ext cx="3557930" cy="2377440"/>
          </a:xfrm>
          <a:prstGeom prst="roundRect">
            <a:avLst>
              <a:gd name="adj" fmla="val 2692"/>
            </a:avLst>
          </a:prstGeom>
          <a:solidFill>
            <a:srgbClr val="DDEDF7"/>
          </a:solidFill>
          <a:ln w="9525">
            <a:solidFill>
              <a:srgbClr val="1B4F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39816" y="1847088"/>
            <a:ext cx="512064" cy="51206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39816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26610" y="2423160"/>
            <a:ext cx="33384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→ dev_squad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426610" y="2971800"/>
            <a:ext cx="333847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CI/CD runs linting and validation. Required approvals must complete before merge. One PR = one subdomain.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874813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30845" y="2103120"/>
            <a:ext cx="3557930" cy="2377440"/>
          </a:xfrm>
          <a:prstGeom prst="roundRect">
            <a:avLst>
              <a:gd name="adj" fmla="val 2692"/>
            </a:avLst>
          </a:prstGeom>
          <a:solidFill>
            <a:srgbClr val="EAF3FA"/>
          </a:solidFill>
          <a:ln w="9525">
            <a:solidFill>
              <a:srgbClr val="1B4F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3778" y="1847088"/>
            <a:ext cx="512064" cy="512064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53778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40573" y="2423160"/>
            <a:ext cx="33384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→ dev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40573" y="2971800"/>
            <a:ext cx="333847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merge into dev_squad, PR from dev_squad → dev, complete validation and approvals, then merge.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BRANCHING &amp; PROMOTION (CONTINUED)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→ dev_int → preprod → prod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dev_int is an intermediate integration branch, automatically synchronized from dev — no PR needed for this hop.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dev contains the table_suffix; the automatic sync into dev_int removes it, so dev_int does not carry it.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PR from dev_int → preprod, complete validation and approvals, then merge.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PR from preprod → prod, complete validation and approvals, then merge.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EAF3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2A3D"/>
                </a:solidFill>
              </a:rPr>
              <a:t>One subdomain per PR.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2A3D"/>
                </a:solidFill>
              </a:rPr>
              <a:t>Feature branches always come from the correct dev_squad.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2A3D"/>
                </a:solidFill>
              </a:rPr>
              <a:t>CI/CD validation + required approvals must pass before every merge.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2A3D"/>
                </a:solidFill>
              </a:rPr>
              <a:t>dev_int syncs automatically from dev, without the table_suffix.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PRE-COMMIT HOOKS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are, and why we use them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check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Python formatting &amp; linting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SQL linting, YAML syntax validation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Repository hygiene, secret detection, Python security scanning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EAF3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them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D2A3D"/>
                </a:solidFill>
              </a:rPr>
              <a:t>Immediate feedback — catch issues locally before pushing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D2A3D"/>
                </a:solidFill>
              </a:rPr>
              <a:t>Fewer CI/CD failures, faster PR reviews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D2A3D"/>
                </a:solidFill>
              </a:rPr>
              <a:t>Consistent code and repository standards across every squad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HOOK EXECUTION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specific hooks configured for this repo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check-yaml — validates YAML syntax · check-added-large-files — prevents large files from being committed.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trailing-whitespace / end-of-file-fixer — housekeeping checks from pre-commit-hooks.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ruff-check / ruff-format — Python linting and formatting via ruff-pre-commit.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sqlfluff-lint — SQL linting.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detect-secrets — flags potential secrets before they're committed.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D2A3D"/>
                </a:solidFill>
              </a:rPr>
              <a:t>bandit — Python security scanning.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LOCAL DEVELOPMENT SETUP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same validation locally before you push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required tools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install pre-commit and brew install sqlfluff — the local tooling needed to run the configured validations.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validation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run -a runs every configured hook against the repository.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8C2E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committing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all hook failures and re-run pre-commit checks until every validation passes — do not commit around a failing hook.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657600" cy="3657600"/>
          </a:xfrm>
          <a:prstGeom prst="ellipse">
            <a:avLst/>
          </a:prstGeom>
          <a:solidFill>
            <a:srgbClr val="1B4F7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Cheat-sheet for the Git &amp; Azure DevOps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" cy="36576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with --branch --single-branch; authenticate with a PAT scoped to Code → Read &amp; Write only.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git switch over git checkout for both switching and creating branches.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365760" cy="36576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always come from the correct dev_squad — never from dev directly.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365760" cy="36576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 = one subdomain. Always run pre-commit run -a before committing.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24448" y="1874520"/>
            <a:ext cx="365760" cy="36576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27368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path: feature → dev_squad → dev → (auto-sync) dev_int → preprod → prod.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4448" y="2743200"/>
            <a:ext cx="365760" cy="36576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2444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dev_int drops the table_suffix automatically during sync — you don't do this manually.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24448" y="3611880"/>
            <a:ext cx="365760" cy="36576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2444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merge requires CI/CD validation to pass plus required approvals.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24448" y="4480560"/>
            <a:ext cx="365760" cy="365760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2444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pre-commit and sqlfluff locally so hook failures surface before you push, not after.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2026-09-06T17:38:57Z</dcterms:created>
  <dcterms:modified xsi:type="dcterms:W3CDTF">2026-09-06T17:38:57Z</dcterms:modified>
</cp:coreProperties>
</file>