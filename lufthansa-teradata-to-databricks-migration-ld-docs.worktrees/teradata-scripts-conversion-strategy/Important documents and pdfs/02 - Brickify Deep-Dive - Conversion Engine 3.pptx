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B1423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F2A65A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6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TRAINING COLLATERAL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Brickify Deep-Dive: The Conversion Engine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prompt-driven engine that turns Teradata DDL &amp; ETL into Databricks notebooks — and the E2E workflow that orchestrates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Bhavesh Sharma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2,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· Code 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What Brickify actually is — a DSPy-driven prompt framework, not a single model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The Audit Sheet — the single source of truth every framework depends 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Repo structure and the two artifacts every stream extracts: DDL and ETL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The E2E Stream Conversion workflow, task by task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Notebook conversion rules — why every converted cell must be pure SQL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The DAB generator output and how a stream actually gets orchestrated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FBF0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4"/>
                </a:solidFill>
              </a:rPr>
              <a:t>Brickify is the engine behind every DDL/ETL conversion you'll review.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4"/>
                </a:solidFill>
              </a:rPr>
              <a:t>Knowing its stages tells you exactly where to look when a conversion looks wrong.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4"/>
                </a:solidFill>
              </a:rPr>
              <a:t>The E2E workflow is the same for every stream — once you know it, you know them all.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Brickify?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Databricks framework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Brickify is a prompt-based conversion framework — it is not itself a model. It uses DSPy to construct an optimized prompt from the Teradata artifact (DDL, ETL/SQL, BTEQ/Unix) being converted.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067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pluggable backend LLM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1071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prompt is fed to whichever backend LLM is configured — GPT, Claude, Gemini, Grok, etc. Brickify is model-agnostic by design.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502920" cy="502920"/>
          </a:xfrm>
          <a:prstGeom prst="ellipse">
            <a:avLst/>
          </a:prstGeom>
          <a:solidFill>
            <a:srgbClr val="2B1B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0799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self-correcting pipeline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82803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LLM generates output, additional agentic passes unit-test the converted script, check syntax, and verify relevance back against the original Teradata logic before it's considered done.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INPUT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Sheet — the source of truth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A structured Excel that lists every stream expected to migrate from Teradata to Databricks.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Captures: stream name, stream prefix, source table, target table, source trans table, target trans table.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Also tracks sequencing — which table is the IR (Integration &amp; Reconciliation) table, and which is the recon table.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IR table = intermediate table used for integration; Recon table = the table used to reconcile Databricks output against Teradata.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FBF0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EVERY FRAMEWORK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4"/>
                </a:solidFill>
              </a:rPr>
              <a:t>DDL deployment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4"/>
                </a:solidFill>
              </a:rPr>
              <a:t>Data load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4"/>
                </a:solidFill>
              </a:rPr>
              <a:t>E2E stream conversion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4"/>
                </a:solidFill>
              </a:rPr>
              <a:t>AVF reconciliation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structure — where source artifacts live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BF0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Database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Source-of-truth DDL definition scripts as they exist in Teradata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Any Teradata-side schema change is reflected 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B142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GCFR Main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Core repo area used for the majority of extraction and conversion work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Every stream conversion pulls its latest state from 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BF0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Work Areas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Working folders for in-flight artifacts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DDL + ETL (SQL and BTEQ/Unix) extraction happens against these folders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CONVERTED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stream extracts exactly two artifact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B142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Table definition scripts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Converted as-is into Databricks schema syntax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Feeds the "build uniqueness metadata" task in parallel with ETL conversion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BF0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SQL format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The transformation / DML logic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Converted directly into Databricks notebook SQL cells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BF0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BTEQ / Unix format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File-processing scripts (often handling Excel or flat-file input)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Converted using Python and PySpark, not pure SQL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·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E2E Stream Conversion — kicking it 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2604440" cy="2468880"/>
          </a:xfrm>
          <a:prstGeom prst="roundRect">
            <a:avLst>
              <a:gd name="adj" fmla="val 2593"/>
            </a:avLst>
          </a:prstGeom>
          <a:solidFill>
            <a:srgbClr val="FBF0EA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108" y="175564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910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33172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Latest Pull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880360"/>
            <a:ext cx="2384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pull fresh from the repo before converting — stale extractions cause mismatched output.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7360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3392" y="2011680"/>
            <a:ext cx="2604440" cy="2468880"/>
          </a:xfrm>
          <a:prstGeom prst="roundRect">
            <a:avLst>
              <a:gd name="adj" fmla="val 2593"/>
            </a:avLst>
          </a:prstGeom>
          <a:solidFill>
            <a:srgbClr val="F7E6DC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9580" y="175564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958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33172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 Parameters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880360"/>
            <a:ext cx="2384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number, Squad ID, and Stream name — that's the entire input surface for a conversion run.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67832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3864" y="2011680"/>
            <a:ext cx="2604440" cy="2468880"/>
          </a:xfrm>
          <a:prstGeom prst="roundRect">
            <a:avLst>
              <a:gd name="adj" fmla="val 2593"/>
            </a:avLst>
          </a:prstGeom>
          <a:solidFill>
            <a:srgbClr val="FBF0EA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0052" y="175564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0052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33172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Script Extraction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3592" y="2880360"/>
            <a:ext cx="2384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relevant DDL + ETL artifacts into a dated folder (community + code ID + stream + timestamp).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8303" y="2926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4335" y="2011680"/>
            <a:ext cx="2604440" cy="2468880"/>
          </a:xfrm>
          <a:prstGeom prst="roundRect">
            <a:avLst>
              <a:gd name="adj" fmla="val 2593"/>
            </a:avLst>
          </a:prstGeom>
          <a:solidFill>
            <a:srgbClr val="F7E6DC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30523" y="175564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30523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063" y="233172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Brickify Orchestrator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94063" y="2880360"/>
            <a:ext cx="2384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the extracted artifacts (e.g. 5 DDLs) and fans them out into separate input parameters for the engine.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·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parallel branches after the orchestrator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B142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branch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Build Uniqueness Metadata — captures uniqueness constraints from the DDL so no duplicate rows are inserted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Converted DDL post-processing — adds required table properties (e.g. catalog managed)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BF0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branch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Convert ETLs — Brickify engine converts SQL-format ETL only (not Python/Unix at this stage)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1B14"/>
                </a:solidFill>
              </a:rPr>
              <a:t>Converted ETL post-processing — rewrites table references into the identifier convention (see next slide)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STANDARD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conversion rules — non-negotiable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SQL, cell per DML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converted notebook should show no PySpark and no Python anywhere except a single top cell. Every distinct DML operation gets its own cell.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header comment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converted notebook carries a required comment block at the top — this is a fixed convention, not optional.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B1B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convention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references use catalog.schema.table with an environment suffix baked into the catalog name: _N (dev), _I (pre-prod), _P (prod).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post-processing exists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output alone doesn't know the environment suffix convention — a dedicated ETL post-processing step rewrites table names to match it.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DAB Generator — turning conversion into a deployable stream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The final task in the workflow produces two YAML files that drive orchestration.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E2E YAML — the full task graph for a stream: data load, DDL deployment, stream run, AVF execution, and every dependency between them.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IMP Inventory YAML — a lighter file scoped just to the stream-run task, for cases where only the run itself needs to be triggered.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B1B14"/>
                </a:solidFill>
              </a:rPr>
              <a:t>Both files live under the stream's resource folder, alongside SRC (the actual SQL/Python scripts).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E2E streamline — every block, in sequence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2032345" cy="2514600"/>
          </a:xfrm>
          <a:prstGeom prst="roundRect">
            <a:avLst>
              <a:gd name="adj" fmla="val 3149"/>
            </a:avLst>
          </a:prstGeom>
          <a:solidFill>
            <a:srgbClr val="FBF0EA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3061" y="170992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63061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Status Check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834640"/>
            <a:ext cx="18128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up to 8 hours for the Teradata-side job to complete before allowing anything downstream to run.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35265" y="29032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91297" y="1965960"/>
            <a:ext cx="2032345" cy="2514600"/>
          </a:xfrm>
          <a:prstGeom prst="roundRect">
            <a:avLst>
              <a:gd name="adj" fmla="val 3149"/>
            </a:avLst>
          </a:prstGeom>
          <a:solidFill>
            <a:srgbClr val="F7E6DC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1438" y="170992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143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01025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Status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01025" y="2834640"/>
            <a:ext cx="18128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First Load (true) vs Incremental Load (false) for this run.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643" y="29032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9675" y="1965960"/>
            <a:ext cx="2032345" cy="2514600"/>
          </a:xfrm>
          <a:prstGeom prst="roundRect">
            <a:avLst>
              <a:gd name="adj" fmla="val 3149"/>
            </a:avLst>
          </a:prstGeom>
          <a:solidFill>
            <a:srgbClr val="FBF0EA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39816" y="170992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39816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89403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Exist Check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89403" y="2834640"/>
            <a:ext cx="18128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all source + target tables (e.g. 5 + 5 = 10) are present before continuing.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12020" y="29032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68052" y="1965960"/>
            <a:ext cx="2032345" cy="2514600"/>
          </a:xfrm>
          <a:prstGeom prst="roundRect">
            <a:avLst>
              <a:gd name="adj" fmla="val 3149"/>
            </a:avLst>
          </a:prstGeom>
          <a:solidFill>
            <a:srgbClr val="F7E6DC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8193" y="170992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28193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77780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Job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77780" y="2834640"/>
            <a:ext cx="18128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all source tables on first load, or only the incremental subset otherwise.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400398" y="29032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56430" y="1965960"/>
            <a:ext cx="2032345" cy="2514600"/>
          </a:xfrm>
          <a:prstGeom prst="roundRect">
            <a:avLst>
              <a:gd name="adj" fmla="val 3149"/>
            </a:avLst>
          </a:prstGeom>
          <a:solidFill>
            <a:srgbClr val="FBF0EA"/>
          </a:solidFill>
          <a:ln w="9525">
            <a:solidFill>
              <a:srgbClr val="B142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16570" y="1709928"/>
            <a:ext cx="512064" cy="512064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16570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66158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Run + Metric Collector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766158" y="2834640"/>
            <a:ext cx="18128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converted stream; a parallel metric collector computes avg/max/min on incremental runs.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PARALLEL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alongside the stream itself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B142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DDL + post-processing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Brickify mechanism converts and formats any DDL needed for this run.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Table-specific deployment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the DDL generated by Brickify for this stream.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B1B1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source data load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step is delayed by a long execution queue, it can be triggered explicitly rather than waiting.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the recon tables used later by AVF for reconciliation.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14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FACTS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expect when a stream actually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BF0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14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pm–4 pm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window an E2E stream conversion is expected to run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8218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BF0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75378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14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7–10 min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75378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convert a set of ~10 DDLs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73517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BF0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10677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14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20–25 min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10677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a full stream run covering ~7-8 scripts + 10-20 DDLs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1858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inputs drive the whole run: community number, squad ID, and stream name — everything else (audit sheet mapping, folder structure, environment suffixing) is resolved automatically by the framework.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B1423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working with Brickify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Brickify = DSPy prompt engine + swappable backend LLM, not a single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stream needs a valid Audit Sheet entry before conversion can start.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artifact types only: DDL and ETL (SQL + BTEQ/Unix).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correctly converted notebook is pure SQL, one cell per DML, no PySpark except the top cell.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names always resolve to catalog.schema.table with an _N / _I / _P environment suffix.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DAB generator's E2E YAML is the map of every task and dependency for a stream.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Teradata status check gates everything — nothing downstream runs until it passes.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inputs required to kick off a run: community #, squad ID, stream name.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2026-09-03T05:47:24Z</dcterms:created>
  <dcterms:modified xsi:type="dcterms:W3CDTF">2026-09-03T05:47:24Z</dcterms:modified>
</cp:coreProperties>
</file>