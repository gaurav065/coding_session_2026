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92640" y="-1097280"/>
            <a:ext cx="4572000" cy="4572000"/>
          </a:xfrm>
          <a:prstGeom prst="roundRect">
            <a:avLst>
              <a:gd name="adj" fmla="val 10000"/>
            </a:avLst>
          </a:prstGeom>
          <a:solidFill>
            <a:srgbClr val="1F2E4D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10607040" y="4206240"/>
            <a:ext cx="3657600" cy="3657600"/>
          </a:xfrm>
          <a:prstGeom prst="roundRect">
            <a:avLst>
              <a:gd name="adj" fmla="val 12500"/>
            </a:avLst>
          </a:prstGeom>
          <a:solidFill>
            <a:srgbClr val="26345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02920" cy="82296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3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LUFTHANSA GROUP DATA MIGRATION PROGRAM · NEW JOINER ENABLEMENT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Overview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A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Communities, Streams, Squads &amp; Families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8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Aug 31, 2026, 8:29 AM · ~1hr with the newly onboarded pod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 this deck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5230368"/>
            <a:ext cx="256032" cy="256032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230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" y="5193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program exists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51960" y="5230368"/>
            <a:ext cx="256032" cy="256032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5230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81144" y="5193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0" y="5230368"/>
            <a:ext cx="256032" cy="256032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5230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84464" y="5193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definitions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687568"/>
            <a:ext cx="256032" cy="256032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6875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7824" y="56509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 &amp; freeze periods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51960" y="5687568"/>
            <a:ext cx="256032" cy="256032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26" name="Text 24"/>
          <p:cNvSpPr/>
          <p:nvPr/>
        </p:nvSpPr>
        <p:spPr>
          <a:xfrm>
            <a:off x="4251960" y="56875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81144" y="56509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of one stream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955280" y="5687568"/>
            <a:ext cx="256032" cy="256032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0" y="56875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84464" y="56509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training program exists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it addresses: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of team members onboarded after day one hadn't been fully grounded or trained on project fundamentals — which was slowing scope completion, even though the frameworks and tooling were solid.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715768"/>
            <a:ext cx="109728" cy="109728"/>
          </a:xfrm>
          <a:prstGeom prst="roundRect">
            <a:avLst/>
          </a:prstGeom>
          <a:solidFill>
            <a:srgbClr val="FF362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51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Two-week bootcamp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focused, mandatory 2-week training plan for everyone newly onboarded (even yesterday) or not yet up to speed — regardless of role or seniority.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51460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715768"/>
            <a:ext cx="109728" cy="109728"/>
          </a:xfrm>
          <a:prstGeom prst="roundRect">
            <a:avLst/>
          </a:prstGeom>
          <a:solidFill>
            <a:srgbClr val="FF3621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651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contributor by week 3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0" y="30175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by the end of week 2, every participant has a full project brief and hands-on practice, and can own a stream independently from week 3.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361688"/>
            <a:ext cx="109728" cy="109728"/>
          </a:xfrm>
          <a:prstGeom prst="roundRect">
            <a:avLst/>
          </a:prstGeom>
          <a:solidFill>
            <a:srgbClr val="FF362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97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&amp; iterated daily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participation, and unanswered questions are reviewed after each session so the remaining sessions can be tuned.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416052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4361688"/>
            <a:ext cx="109728" cy="109728"/>
          </a:xfrm>
          <a:prstGeom prst="roundRect">
            <a:avLst/>
          </a:prstGeom>
          <a:solidFill>
            <a:srgbClr val="FF3621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297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Recorded for reuse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run on the CT tenant so they can be recorded, documented, and turned into reference material — including this deck.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Lufthansa Group runs one centralized analytical data warehouse (the “ADW” / Teradata estate) serving ~10–12 airline carriers (LX, OS, SN, 4Y, and others). The program is a complete lift-and-shift of that estate onto Azure Databricks — not a modernization.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723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871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parity required — every Teradata calculation must produce the same result on Databricks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23774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7233B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4871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350–400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30632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jobs (“streams”) to migrate, across ~30,000–40,000 tables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7233B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4871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9360" y="30632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reports consume this data today — nothing can silently change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15400" y="23774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7233B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4871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98280" y="30632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(milestones) the program is broken into, community 0 – 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Azure Databricks · Unity Catalog · Delta Lake · Databricks Asset Bundles · serverless jobs · Databricks CLI · Codex (AI code-review agent)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environments you'll live in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1520" y="53492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build: conversion, testing, validation, reconciliation, integration runs.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4983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Pre-prod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80560" y="53492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parallel-run environment: your stream and the live Teradata stream run side by side daily, with a generated comparison report.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4983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 / Prod sign-off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0" y="53492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consecutive days of 100% validated pre-prod data, Lufthansa reviews, tests, and signs off.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program is broken down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nested units of work — learn these terms first, everything else builds on them.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5C728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0253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4505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atomic unit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0" y="1984248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end-to-end Databricks job: conversion, testing, validation, reconciliation, deployment, and UAT for one data pipeline. Each has an individually responsible owner.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72968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3A4E7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0098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milestone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0" y="3282696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streams released together (Community 0 – 10). Communities are sequenced by dependency, not by number — a community can't ship before what it depends on has.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471416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723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994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" y="5047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domain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0" y="4581144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horizontal grouping by subject area (ADW, B2B, Loyalty, Network, Reservations, RM, Sales, and more). Every stream in every community belongs to exactly one squad.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community can contain a different number of streams from each squad — e.g. 20 ADW streams + 10 B2B streams + 5 Loyalty streams in the same community.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squads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map to airline business functions — think of them the way Sales, Finance, or Logistics map to a normal enterprise.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94944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owns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 lead (as of this session)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ADW (core)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central flight &amp; reference data — the backbone. Booking data (Amadeus-style aggregators): scheduled flights, bookings, seats.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Vijay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&amp; business travel — company deals and dedicated booking portals.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Vijay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 programs, e.g. Miles &amp; More. PPL is folded into this squad, not tracked separately.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Prashant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Alliance partners and traffic between carriers.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Prashant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PNRs and booking-related information.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Bulbul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(Revenue Mgmt)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management and pricing.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Bulbul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sales and revenue accounting.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 1 / Squad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streams: flight ops, airport ops, data marts, day-to-day operations. “Ancillaries &amp; Misc” covers shared tables.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Communities ship in dependency order, not number order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depend on each other, exactly like table lineage: a stream can't go to pre-prod before the streams it reads from are already there. A full lineage document exists so you can look up any stream's dependencies.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Wave-based deployment inside one community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362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3127248"/>
            <a:ext cx="228600" cy="0"/>
          </a:xfrm>
          <a:prstGeom prst="line">
            <a:avLst/>
          </a:prstGeom>
          <a:noFill/>
          <a:ln w="25400">
            <a:solidFill>
              <a:srgbClr val="5C728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43200" y="27432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F2E4D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7432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3127248"/>
            <a:ext cx="228600" cy="0"/>
          </a:xfrm>
          <a:prstGeom prst="line">
            <a:avLst/>
          </a:prstGeom>
          <a:noFill/>
          <a:ln w="25400">
            <a:solidFill>
              <a:srgbClr val="5C728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37760" y="27432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F2E4D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7432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03720" y="3127248"/>
            <a:ext cx="228600" cy="0"/>
          </a:xfrm>
          <a:prstGeom prst="line">
            <a:avLst/>
          </a:prstGeom>
          <a:noFill/>
          <a:ln w="25400">
            <a:solidFill>
              <a:srgbClr val="5C728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32320" y="27432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F2E4D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27432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98280" y="3127248"/>
            <a:ext cx="228600" cy="0"/>
          </a:xfrm>
          <a:prstGeom prst="line">
            <a:avLst/>
          </a:prstGeom>
          <a:noFill/>
          <a:ln w="25400">
            <a:solidFill>
              <a:srgbClr val="5C728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26880" y="27432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F2E4D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27432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streams deploy first (Wave 1); anything dependent on them waits until its prerequisite wave is live in pre-prod.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Freeze periods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464515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community is “freezed” (e.g. Communities 2, 5, 9, 10 at the time of this session), 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cannot request changes to those streams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an explicit heads-up from the program. Always confirm with your pod lead before touching a freezed stream — otherwise reconciliation numbers stop matching.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55955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at time of recording: Community 10 — deployed, UAT signed off, running in pre-prod. Community 9 — ~8–10 streams, completed. Community 5 — ~20–25 streams, deployed to UAT, minor sign-offs pending. No active development on 5, 9, or 10 beyond bug fixes.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life of one stream,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1671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repo &amp; data access. Get Teradata reference script + converted code. Get DDLs deployed to dev.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148840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21671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7432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Brickify to convert Teradata SQL to Databricks. LLM-assisted, so always check against the source script.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148840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15400" y="21671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fix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7432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Codex for a logic-parity and code-quality check; apply suggested fixes.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3616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 &amp; validate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93776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recon tables via AVF until you hit 100% match (or an agreed exception).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16052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343400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43616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 &amp; pre-prod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6280" y="493776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lead + ops + Codex review the PR. Once approved, the job deploys and runs in parallel with the live Teradata job.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416052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4343400"/>
            <a:ext cx="457200" cy="45720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15400" y="43616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Sign-off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493776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consecutive days of validated parallel-run data, Lufthansa does UAT and signs off. You stay the stream owner after sign-off too.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points &amp; open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723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PPL its own squad? I don't see it listed.”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PPL is folded into the Loyalty squad (Prashant's team owns it), which is why it doesn't appear as a separate row on the squad list.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334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7233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33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587752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“Does matching mean count only, or exact values?”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80160" y="2953512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Both. The bar is 100% value-level match (counts and aggregations), not just row counts — and not necessarily syntactically identical SQL, since Teradata and Databricks have different functionality. If a real 99.9% ceiling exists, that requires a documented exception and sign-off from the Lufthansa squad owners, not a unilateral call by the delivery team.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0325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723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32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986784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“‘Families’ is in this session's title — what is it?”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0160" y="4352544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term was named in the meeting title but wasn't defined in the recorded portion of this session (time ran short). Flag it with your pod lead or in a follow-up session rather than assuming a definition.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2005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1572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7233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157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111496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“Who do I ask if I'm not yet mapped to a squad?”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80160" y="5477256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it immediately in session — Fathima / your pod lead action same-day squad mapping for anyone whose onboarding or Lufthansa ID is still pending.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DISCUSSION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Glossary: key terms from this session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end-to-end Databricks job/pipeline; the atomic unit of migration.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532888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streams released together as one milestone (0–10).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465576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business-domain grouping (ADW, B2B, Loyalty, etc.).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398264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order within a community, based on dependency.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63640" y="160020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period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window in which a community's streams can't be changed by the client without sign-off.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2532888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Lift-and-shift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Teradata logic as-is to Databricks, not modernizing or redesigning it.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3465576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LHID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Lufthansa ID — required for repo, Databricks, and system access.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4398264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Lufthansa's formal approval after UAT, following 3 days of validated parallel-run data.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REFERENCE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966960" y="5120640"/>
            <a:ext cx="3657600" cy="3657600"/>
          </a:xfrm>
          <a:prstGeom prst="roundRect">
            <a:avLst>
              <a:gd name="adj" fmla="val 10000"/>
            </a:avLst>
          </a:prstGeom>
          <a:solidFill>
            <a:srgbClr val="1F2E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Session-1 checklist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320040" cy="32004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55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66420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squad mapping and LHID access status today — don't wait if either is missing.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32304"/>
            <a:ext cx="320040" cy="32004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32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340864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master tracking Excel and the lineage document for your squad.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320040" cy="32004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01752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community and wave you're currently working in, and its freeze status.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85616"/>
            <a:ext cx="320040" cy="32004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856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694176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full stream lifecycle (dev → PR → pre-prod → sign-off) before you start.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462272"/>
            <a:ext cx="320040" cy="32004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4622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370832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“Families” question — and anything else unresolved — to your pod lead.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AA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gaps in this deck? Loop in your pod lead — several answers (squad mapping, sign-off exceptions) are meant to be resolved 1:1.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PROGRAM OVERVIEW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2026-09-01T07:13:05Z</dcterms:created>
  <dcterms:modified xsi:type="dcterms:W3CDTF">2026-09-01T07:13:05Z</dcterms:modified>
</cp:coreProperties>
</file>